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A8D0E-D96C-2A99-3BC0-090AE5E73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375885-D88A-F7F6-AFB3-AF0CF67E6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D1DCFC-A771-AADD-8FB8-5025A21C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BCB47A-49ED-05E2-2DFD-4510D83F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EFABC9-B17D-CF3F-A311-4951DD93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00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34964-C04D-083B-84E4-E8E4B7AA6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EF7ED0-A303-AA42-479B-ECB8C03D4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175196-F8D2-E060-7B31-5D2246418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FC691F-6A0A-94F2-8796-15FBD778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AAD618-FEAA-2B76-5EAE-C2FC0B31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87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13ACE-C8CC-7966-A6EC-CDF0D676F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C4B0A9-FDB0-AC6C-C315-B36EBA1EA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7FC0E9-CDF7-90FC-9E3F-DCA11253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DAB63C-68CA-556F-A204-D726A844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A15E08-6990-97A9-7319-B8A4960C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12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1F341-F299-A175-2BBE-C7250DF0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4A32F-64C1-0F82-5B73-D0599BD15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054AF9-2339-E7AA-DA79-25C8D42EC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A1BF2B-9680-8D06-6B72-BF2AA646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EB0780-F981-4B7C-BC81-18155B337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A56B84-C4B3-8456-5292-AFF60641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13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B02DF-09D6-893F-BDA3-FBCCEF55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411F32-78E8-662F-81C4-FD0961B69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C3C115-D65F-1B3E-C01B-86C7EB98D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293093-B4E5-AAB4-31D9-D56137A26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9C9024-D2AA-3851-82E7-E86E464F6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037220-C6D2-C59C-3AD3-62098153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05BE3DC-6C10-86C1-BCFF-5C6742B7E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60C35B-DE0F-29D2-CB1A-CF70DF62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70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47591-E8AF-5C9E-5A6E-AC239EDF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651584-449A-86E6-2CBD-4F0278B8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656AF7-5C15-820F-C404-8EBE3F87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BEE394-F182-E310-21FE-81CC1D09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069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24FA822-6759-FCB6-9DB6-DF5746F94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105B121-6BFE-B68B-D616-6AFEEC7A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8E0E51-FFD3-4BA1-4CEE-A60F3E39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75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F53D8-50A4-8F75-A03C-3B1A0980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5889F2-9C43-11D0-E364-ABBC7879D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70F04D-BAF5-7E76-771F-D75033344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603B72-B98A-898B-133E-217DD9EB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0AF39A-FF74-D9A3-9328-C9B005BC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919A79-A23C-5565-5DC2-F2A68D5F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43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2C97D-C746-C38B-9A37-E5D939323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A15F98-C156-A2C9-3F22-8A9F962CA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97127E-8F9D-DAFD-BB23-6619CE6DD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86A3F4-3D12-3BC6-A68D-FF7CF8F4B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85B10B-9D14-6F95-E7D7-14284097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1544FA-5E2A-B402-6B58-E2E3A84B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32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D13D9-8D58-FB3A-313D-6A00E15E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EF8A60-C90A-A0B5-3296-05DA7A547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334998-CBBF-5DBB-DBA3-E867609E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23289-AA5B-64DD-D418-E95F2B2A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89A9FC-5A18-C346-F84A-E63BE10F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70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F38DB6-AEC4-108D-F72B-0AD2ECF01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BEAE6F-63A6-F15A-1A5E-3D42A81B1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3205F8-5298-B02A-9523-88E9B15E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052DED-3199-BC81-2E98-D8F1D0AF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319278-7D12-E080-20B6-2594D174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55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12E08-C9CF-8577-A080-2FFF82B3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1458F3-3ECA-17D3-1A82-EAAC281CD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A07FE-9C75-B178-9392-7196B01FD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2B278-3544-4DD3-AC8B-8DEE86D0A9D5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69DC5D-BA1A-89F3-B243-5A02F2525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2BE570-3597-A445-66D9-2BF086B9C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E744E-E2F3-42BD-A21D-3BC056219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759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AB5D0-555A-159B-22F9-2D31F7BF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792" y="565608"/>
            <a:ext cx="7346623" cy="1976093"/>
          </a:xfrm>
        </p:spPr>
        <p:txBody>
          <a:bodyPr>
            <a:noAutofit/>
          </a:bodyPr>
          <a:lstStyle/>
          <a:p>
            <a:r>
              <a:rPr lang="ru-RU" sz="2800" dirty="0">
                <a:latin typeface="+mn-lt"/>
                <a:cs typeface="Arial" panose="020B0604020202020204" pitchFamily="34" charset="0"/>
              </a:rPr>
              <a:t>КУРСОВАЯ РАБОТА</a:t>
            </a:r>
            <a:br>
              <a:rPr lang="ru-RU" sz="2800" dirty="0">
                <a:latin typeface="+mn-lt"/>
                <a:cs typeface="Arial" panose="020B0604020202020204" pitchFamily="34" charset="0"/>
              </a:rPr>
            </a:br>
            <a:r>
              <a:rPr lang="ru-RU" sz="2800" dirty="0">
                <a:latin typeface="+mn-lt"/>
                <a:cs typeface="Arial" panose="020B0604020202020204" pitchFamily="34" charset="0"/>
              </a:rPr>
              <a:t>МДК.02.02 Инструментальные средства разработки</a:t>
            </a:r>
            <a:br>
              <a:rPr lang="ru-RU" sz="2800" dirty="0">
                <a:latin typeface="+mn-lt"/>
                <a:cs typeface="Arial" panose="020B0604020202020204" pitchFamily="34" charset="0"/>
              </a:rPr>
            </a:br>
            <a:r>
              <a:rPr lang="ru-RU" sz="2800" dirty="0">
                <a:latin typeface="+mn-lt"/>
                <a:cs typeface="Arial" panose="020B0604020202020204" pitchFamily="34" charset="0"/>
              </a:rPr>
              <a:t>Тема «Калькулятор для учёта личных финансов»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29208F-2C44-EDFB-7B37-5A676A6A5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248" y="3987537"/>
            <a:ext cx="9100010" cy="1590773"/>
          </a:xfrm>
        </p:spPr>
        <p:txBody>
          <a:bodyPr/>
          <a:lstStyle/>
          <a:p>
            <a:pPr algn="r"/>
            <a:r>
              <a:rPr lang="ru-RU" dirty="0"/>
              <a:t>Студент Сарибеков С. Г.</a:t>
            </a:r>
          </a:p>
          <a:p>
            <a:pPr algn="r"/>
            <a:r>
              <a:rPr lang="ru-RU" dirty="0"/>
              <a:t>Группа 15.ИСиП.25.ОФ.С.1.ХК</a:t>
            </a:r>
          </a:p>
          <a:p>
            <a:pPr algn="r"/>
            <a:r>
              <a:rPr lang="ru-RU" dirty="0"/>
              <a:t>Руководитель: Шарипова Э. 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C61225-5A17-C56B-EC79-DA3100F1C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892" y="350212"/>
            <a:ext cx="1840366" cy="92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0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33E22-9878-65B8-59D3-0FDBC5BD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66435" cy="1325563"/>
          </a:xfrm>
        </p:spPr>
        <p:txBody>
          <a:bodyPr/>
          <a:lstStyle/>
          <a:p>
            <a:pPr algn="just"/>
            <a:r>
              <a:rPr lang="ru-RU" dirty="0"/>
              <a:t>Актуальность и 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7DD58-EDC7-87DF-9D4E-F6D7ADC04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Актуальность разработки приложения «Калькулятор для учёта личных финансов» – потребность людей в подробном учёте доходов и расходов. Это приложение не требует загрузки дополнительного ПО и является веб-приложением, поэтому пользоваться им будет относительно легко.</a:t>
            </a:r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Цель данной курсовой работы – создание приложения «Калькулятор для учёта личных финансов» с использованием </a:t>
            </a:r>
            <a:r>
              <a:rPr lang="en-US" sz="2400" dirty="0"/>
              <a:t>HTML, JS </a:t>
            </a:r>
            <a:r>
              <a:rPr lang="ru-RU" sz="2400" dirty="0"/>
              <a:t>и </a:t>
            </a:r>
            <a:r>
              <a:rPr lang="en-US" sz="2400" dirty="0"/>
              <a:t>CSS.</a:t>
            </a:r>
            <a:r>
              <a:rPr lang="ru-RU" sz="2400" dirty="0"/>
              <a:t> Задачи проекта: снизить спонтанные траты; автоматизировать подсчёт баланса (доходы – расходы = баланс)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04ED5E-47E0-10F2-6B85-B4E8D2D31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892" y="350212"/>
            <a:ext cx="1840366" cy="92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060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335B2-0138-241A-FB90-D83459546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24654" cy="1325563"/>
          </a:xfrm>
        </p:spPr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9AFA16-89C8-94BC-C55C-41FBB6FB9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Проанализировать предметную область и существующие аналоги приложений для учёта личных финансов</a:t>
            </a:r>
          </a:p>
          <a:p>
            <a:r>
              <a:rPr lang="ru-RU" sz="2400" dirty="0"/>
              <a:t>Сформировать функциональные и нефункциональные требования</a:t>
            </a:r>
          </a:p>
          <a:p>
            <a:r>
              <a:rPr lang="ru-RU" sz="2400" dirty="0"/>
              <a:t>Спроектировать модель данных и архитектуру приложения, реализовать базовый функционал</a:t>
            </a:r>
          </a:p>
          <a:p>
            <a:r>
              <a:rPr lang="ru-RU" sz="2400" dirty="0"/>
              <a:t>Разработать алгоритмы сортировки, фильтрации и поиска</a:t>
            </a:r>
          </a:p>
          <a:p>
            <a:r>
              <a:rPr lang="ru-RU" sz="2400" dirty="0"/>
              <a:t>Создать пользовательский интерфейс с помощью </a:t>
            </a:r>
            <a:r>
              <a:rPr lang="en-US" sz="2400" dirty="0"/>
              <a:t>HTML, JavaScript, CSS</a:t>
            </a:r>
            <a:r>
              <a:rPr lang="ru-RU" sz="2400" dirty="0"/>
              <a:t> и </a:t>
            </a:r>
            <a:r>
              <a:rPr lang="en-US" sz="2400" dirty="0"/>
              <a:t>DOM-</a:t>
            </a:r>
            <a:r>
              <a:rPr lang="ru-RU" sz="2400" dirty="0"/>
              <a:t>манипуляций</a:t>
            </a:r>
          </a:p>
          <a:p>
            <a:r>
              <a:rPr lang="ru-RU" sz="2400" dirty="0"/>
              <a:t>Реализовать модуль локального хранения с помощью </a:t>
            </a:r>
            <a:r>
              <a:rPr lang="en-US" sz="2400" dirty="0"/>
              <a:t>localStorage</a:t>
            </a:r>
          </a:p>
          <a:p>
            <a:r>
              <a:rPr lang="ru-RU" sz="2400" dirty="0"/>
              <a:t>Провести комплексное тестирование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4D0DC7-78B7-0C04-9A3D-18FA1F5D5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892" y="350212"/>
            <a:ext cx="1840366" cy="92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11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90519-7CA4-661E-38AB-52DF84BA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49239" cy="1325563"/>
          </a:xfrm>
        </p:spPr>
        <p:txBody>
          <a:bodyPr>
            <a:noAutofit/>
          </a:bodyPr>
          <a:lstStyle/>
          <a:p>
            <a:r>
              <a:rPr lang="ru-RU" sz="2800" dirty="0">
                <a:latin typeface="+mn-lt"/>
              </a:rPr>
              <a:t>Технологический стек, проектирование архитектуры, обоснование выбора стека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0A1E0-7EF0-B3A7-8232-90C16A52A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5587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Технологический стек:</a:t>
            </a:r>
          </a:p>
          <a:p>
            <a:r>
              <a:rPr lang="en-US" sz="2000" dirty="0"/>
              <a:t>HTML5 – </a:t>
            </a:r>
            <a:r>
              <a:rPr lang="ru-RU" sz="2000" dirty="0"/>
              <a:t>разметка</a:t>
            </a:r>
          </a:p>
          <a:p>
            <a:r>
              <a:rPr lang="en-US" sz="2000" dirty="0"/>
              <a:t>CSS3</a:t>
            </a:r>
            <a:r>
              <a:rPr lang="ru-RU" sz="2000" dirty="0"/>
              <a:t> – стили</a:t>
            </a:r>
          </a:p>
          <a:p>
            <a:r>
              <a:rPr lang="en-US" sz="2000" dirty="0"/>
              <a:t>JavaScript (ES6+)</a:t>
            </a:r>
            <a:r>
              <a:rPr lang="ru-RU" sz="2000" dirty="0"/>
              <a:t> – логика приложения</a:t>
            </a:r>
          </a:p>
          <a:p>
            <a:r>
              <a:rPr lang="en-US" sz="2000" dirty="0"/>
              <a:t>localStorage</a:t>
            </a:r>
            <a:r>
              <a:rPr lang="ru-RU" sz="2000" dirty="0"/>
              <a:t> – хранение данных</a:t>
            </a:r>
            <a:endParaRPr lang="en-US" sz="2000" dirty="0"/>
          </a:p>
          <a:p>
            <a:r>
              <a:rPr lang="ru-RU" sz="2000" dirty="0"/>
              <a:t>Выбор стека обоснован тем, что проект посвящён фронтенд-разработке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Архитектура:</a:t>
            </a:r>
            <a:endParaRPr lang="en-US" sz="2000" dirty="0"/>
          </a:p>
          <a:p>
            <a:r>
              <a:rPr lang="ru-RU" sz="2000" dirty="0"/>
              <a:t>Страницы созданы с помощью </a:t>
            </a:r>
            <a:r>
              <a:rPr lang="en-US" sz="2000" dirty="0"/>
              <a:t>HTML, </a:t>
            </a:r>
            <a:r>
              <a:rPr lang="ru-RU" sz="2000" dirty="0"/>
              <a:t>стили указаны в </a:t>
            </a:r>
            <a:r>
              <a:rPr lang="en-US" sz="2000" dirty="0"/>
              <a:t>CSS, </a:t>
            </a:r>
            <a:r>
              <a:rPr lang="ru-RU" sz="2000" dirty="0"/>
              <a:t>а функции в </a:t>
            </a:r>
            <a:r>
              <a:rPr lang="en-US" sz="2000" dirty="0"/>
              <a:t>JavaScript</a:t>
            </a: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8DD6F9-36EE-2F6F-8C0C-975B37E4B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892" y="350212"/>
            <a:ext cx="1840366" cy="92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BF675-8D72-DEF7-9865-5ECB9B13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28348" cy="1325563"/>
          </a:xfrm>
        </p:spPr>
        <p:txBody>
          <a:bodyPr/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C846ED-1BA6-0607-0E2C-F1AF282AC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613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Основные алгоритмы связаны с созданием карточек дохода и расхода. При создании карточки появляется уведомление «Карточка создана»</a:t>
            </a:r>
          </a:p>
          <a:p>
            <a:r>
              <a:rPr lang="ru-RU" sz="2400" dirty="0"/>
              <a:t>В программе заданы константы для сохранения транзакций в </a:t>
            </a:r>
            <a:r>
              <a:rPr lang="en-US" sz="2400" dirty="0"/>
              <a:t>localStorage, </a:t>
            </a:r>
            <a:r>
              <a:rPr lang="ru-RU" sz="2400" dirty="0"/>
              <a:t>подсчёта баланса и создания карточек расхода</a:t>
            </a:r>
            <a:endParaRPr lang="en-US" sz="2400" dirty="0"/>
          </a:p>
          <a:p>
            <a:r>
              <a:rPr lang="ru-RU" sz="2400" dirty="0"/>
              <a:t>Данные не исчезают после перезагрузки, а сохраняются в </a:t>
            </a:r>
            <a:r>
              <a:rPr lang="en-US" sz="2400" dirty="0"/>
              <a:t>localStorage </a:t>
            </a:r>
            <a:r>
              <a:rPr lang="ru-RU" sz="2400" dirty="0"/>
              <a:t>и выводятся при добавлении новой транзакции</a:t>
            </a:r>
          </a:p>
          <a:p>
            <a:r>
              <a:rPr lang="ru-RU" sz="2400" dirty="0"/>
              <a:t>При сортировке выводятся определённые выбранные транзакции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FF5EF4-D5F9-6FFB-DF39-7B8F3DE5F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892" y="350212"/>
            <a:ext cx="1840366" cy="92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6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EE2FA-5058-DA86-4F6F-DA179A76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11911" cy="1325563"/>
          </a:xfrm>
        </p:spPr>
        <p:txBody>
          <a:bodyPr/>
          <a:lstStyle/>
          <a:p>
            <a:r>
              <a:rPr lang="ru-RU" dirty="0"/>
              <a:t>Реализация </a:t>
            </a:r>
            <a:r>
              <a:rPr lang="en-US" dirty="0"/>
              <a:t>UI </a:t>
            </a:r>
            <a:r>
              <a:rPr lang="ru-RU" dirty="0"/>
              <a:t>и </a:t>
            </a:r>
            <a:r>
              <a:rPr lang="en-US" dirty="0"/>
              <a:t>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24628A-F93D-81D8-8E65-6B8ADB9A7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UI:</a:t>
            </a:r>
          </a:p>
          <a:p>
            <a:r>
              <a:rPr lang="ru-RU" sz="2400" dirty="0"/>
              <a:t>Шрифт: </a:t>
            </a:r>
            <a:r>
              <a:rPr lang="en-US" sz="2400" dirty="0"/>
              <a:t>Segoe UI</a:t>
            </a:r>
            <a:endParaRPr lang="ru-RU" sz="2400" dirty="0"/>
          </a:p>
          <a:p>
            <a:r>
              <a:rPr lang="ru-RU" sz="2400" dirty="0"/>
              <a:t>Цвета: голубой фон (</a:t>
            </a:r>
            <a:r>
              <a:rPr lang="en-US" sz="2400" dirty="0"/>
              <a:t>cyan</a:t>
            </a:r>
            <a:r>
              <a:rPr lang="ru-RU" sz="2400" dirty="0"/>
              <a:t>)</a:t>
            </a:r>
            <a:r>
              <a:rPr lang="en-US" sz="2400" dirty="0"/>
              <a:t>; </a:t>
            </a:r>
            <a:r>
              <a:rPr lang="ru-RU" sz="2400" dirty="0"/>
              <a:t>чёрный шрифт (</a:t>
            </a:r>
            <a:r>
              <a:rPr lang="en-US" sz="2400" dirty="0"/>
              <a:t>black)</a:t>
            </a:r>
            <a:endParaRPr lang="ru-RU" sz="2400" dirty="0"/>
          </a:p>
          <a:p>
            <a:endParaRPr lang="ru-RU" sz="2400" dirty="0"/>
          </a:p>
          <a:p>
            <a:r>
              <a:rPr lang="en-US" sz="2400" dirty="0"/>
              <a:t>UX:</a:t>
            </a:r>
          </a:p>
          <a:p>
            <a:r>
              <a:rPr lang="ru-RU" sz="2400" dirty="0"/>
              <a:t>Добавление транзакции кнопкой «Добавить»</a:t>
            </a:r>
          </a:p>
          <a:p>
            <a:r>
              <a:rPr lang="ru-RU" sz="2400" dirty="0"/>
              <a:t>Вывод всех транзакций из </a:t>
            </a:r>
            <a:r>
              <a:rPr lang="en-US" sz="2400" dirty="0"/>
              <a:t>localStorage </a:t>
            </a:r>
            <a:r>
              <a:rPr lang="ru-RU" sz="2400" dirty="0"/>
              <a:t>в специальную зону</a:t>
            </a:r>
          </a:p>
          <a:p>
            <a:r>
              <a:rPr lang="ru-RU" sz="2400" dirty="0"/>
              <a:t>Возможность </a:t>
            </a:r>
            <a:r>
              <a:rPr lang="ru-RU" sz="2400"/>
              <a:t>фильтровать транзакции</a:t>
            </a:r>
            <a:endParaRPr lang="en-US" sz="2400" dirty="0"/>
          </a:p>
          <a:p>
            <a:endParaRPr lang="en-US" sz="2400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C66D7F-CC16-7BE4-8151-55FB19CB7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892" y="350212"/>
            <a:ext cx="1840366" cy="92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744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341</Words>
  <Application>Microsoft Office PowerPoint</Application>
  <PresentationFormat>Широкоэкранный</PresentationFormat>
  <Paragraphs>40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КУРСОВАЯ РАБОТА МДК.02.02 Инструментальные средства разработки Тема «Калькулятор для учёта личных финансов»</vt:lpstr>
      <vt:lpstr>Актуальность и цель проекта</vt:lpstr>
      <vt:lpstr>Задачи проекта</vt:lpstr>
      <vt:lpstr>Технологический стек, проектирование архитектуры, обоснование выбора стека технологий</vt:lpstr>
      <vt:lpstr>Реализация приложения</vt:lpstr>
      <vt:lpstr>Реализация UI и 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Saribekov</dc:creator>
  <cp:lastModifiedBy>Max Saribekov</cp:lastModifiedBy>
  <cp:revision>3</cp:revision>
  <dcterms:created xsi:type="dcterms:W3CDTF">2026-04-21T11:41:02Z</dcterms:created>
  <dcterms:modified xsi:type="dcterms:W3CDTF">2026-04-28T08:24:12Z</dcterms:modified>
</cp:coreProperties>
</file>